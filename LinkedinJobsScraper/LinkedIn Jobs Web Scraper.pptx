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gav koya" userId="0c2cfccce0ea40ac" providerId="LiveId" clId="{3196D12E-8507-4EDC-B98E-A317E2857F73}"/>
    <pc:docChg chg="addSld modSld">
      <pc:chgData name="bhargav koya" userId="0c2cfccce0ea40ac" providerId="LiveId" clId="{3196D12E-8507-4EDC-B98E-A317E2857F73}" dt="2025-12-12T14:10:14.061" v="415" actId="20577"/>
      <pc:docMkLst>
        <pc:docMk/>
      </pc:docMkLst>
      <pc:sldChg chg="modSp mod">
        <pc:chgData name="bhargav koya" userId="0c2cfccce0ea40ac" providerId="LiveId" clId="{3196D12E-8507-4EDC-B98E-A317E2857F73}" dt="2025-12-11T23:35:36.886" v="413" actId="14100"/>
        <pc:sldMkLst>
          <pc:docMk/>
          <pc:sldMk cId="0" sldId="267"/>
        </pc:sldMkLst>
        <pc:spChg chg="mod">
          <ac:chgData name="bhargav koya" userId="0c2cfccce0ea40ac" providerId="LiveId" clId="{3196D12E-8507-4EDC-B98E-A317E2857F73}" dt="2025-12-11T23:31:01.934" v="36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bhargav koya" userId="0c2cfccce0ea40ac" providerId="LiveId" clId="{3196D12E-8507-4EDC-B98E-A317E2857F73}" dt="2025-12-11T23:35:36.886" v="413" actId="14100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bhargav koya" userId="0c2cfccce0ea40ac" providerId="LiveId" clId="{3196D12E-8507-4EDC-B98E-A317E2857F73}" dt="2025-12-12T14:10:14.061" v="415" actId="20577"/>
        <pc:sldMkLst>
          <pc:docMk/>
          <pc:sldMk cId="0" sldId="271"/>
        </pc:sldMkLst>
        <pc:spChg chg="mod">
          <ac:chgData name="bhargav koya" userId="0c2cfccce0ea40ac" providerId="LiveId" clId="{3196D12E-8507-4EDC-B98E-A317E2857F73}" dt="2025-12-12T14:10:14.061" v="415" actId="20577"/>
          <ac:spMkLst>
            <pc:docMk/>
            <pc:sldMk cId="0" sldId="271"/>
            <ac:spMk id="3" creationId="{00000000-0000-0000-0000-000000000000}"/>
          </ac:spMkLst>
        </pc:spChg>
      </pc:sldChg>
      <pc:sldChg chg="add">
        <pc:chgData name="bhargav koya" userId="0c2cfccce0ea40ac" providerId="LiveId" clId="{3196D12E-8507-4EDC-B98E-A317E2857F73}" dt="2025-12-11T23:30:36.126" v="0" actId="2890"/>
        <pc:sldMkLst>
          <pc:docMk/>
          <pc:sldMk cId="442916399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428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EB86-C298-3812-1B8A-D760E6E0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E96E9-EF64-D44A-3D17-C0C28B24D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7F6E2-C220-6345-892F-C6076118B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3B793-5AA4-FAD3-1F93-EA13045B11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87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901" y="1720215"/>
            <a:ext cx="76341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Jobs Web Scraper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28048" y="2558415"/>
            <a:ext cx="528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Job Data Collection &amp; Analysis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88234" y="3183255"/>
            <a:ext cx="49674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intelligent API for comprehensive job market insights</a:t>
            </a:r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2C06A-D296-204F-1034-B7DE7F681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32854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&amp; Motivation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1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job search and data collection is time-consuming and inefficient. This solution automates the extraction of specific job roles and companies across geographic locations for comprehensive job market analysis and research.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752599"/>
            <a:ext cx="76200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Insights: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Collect job market data(current) at scale for current trend analysis(feature) and pattern identification.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Benchmarking: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required technologies, programming languages and competencies across roles.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Research: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Analyze salary ranges, employment types and location-based compensation patterns.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Monitoring(Feature):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 employment trends across regions and industries for career planning.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16323-F7FA-388C-3488-C5B89AF5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automation solution that combines web scraping, intelligent data processing and RESTful API services to collect and analyze job market data at scale.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882140"/>
            <a:ext cx="7620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web scraping of LinkedIn job listings using BeautifulSoup4.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 for programmatic job extraction and advanced filtering.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integration for persistent, structured data storage.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feature extraction identifying programming languages, technologies and skills.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 pipeline with cleaning, normalization and deduplication.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multiple search parameters: keywords, locations, salary ranges, seniority levels.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410F7-5C83-EF7B-9874-9A2D2D92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Extraction: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Extract jobs by keywords, roles, companies and multiple geographic locations with customizable refresh options.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Filtering: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Multi-criteria filtering by salary range, employment type, seniority level, company and location.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Feature Extraction: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Automatically identify programming languages (Python, Java, React, etc.) and technologies (Docker, AWS, Kubernetes) from job descriptions.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Assurance: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Comprehensive data cleaning, normalization, deduplication and validation.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JSON-formatted responses suitable for programmatic processing and integration.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6420B-2C01-CD07-EF8A-B02581E65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9906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16480"/>
            <a:ext cx="7924800" cy="9906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07080"/>
            <a:ext cx="7924800" cy="9906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8745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3.7+, Flask, SQLite3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5450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Libraries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28651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BeautifulSoup4, Requests, asyncio, aiohttp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5356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38557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Pandas, Regular Expressions, urllib.parse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0F2223-075E-F5C1-7090-02ABFB3F8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970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LinkedinJobScraper Class: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HTTP requests, HTML parsing using Beautiful Soup and job card extraction with pagination support.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FeatureExtraction Class: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Identifies programming languages, technologies, education requirements and key skills using regex pattern matching on job descriptions.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DataTransformer Class: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Cleans HTML content, normalizes datetime formats, extracts salary ranges, removes duplicates and ensures data consistency.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DatabaseManager Class: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Creates SQLite tables, manages CRUD operations, handles data refresh/append logic and provides query interfaces.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LinkedinJobsPipeline Class: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Orchestrates the complete workflow by coordinating all components and managing data flow through the pipeline.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2B101-E3BB-170E-12CF-9D18D9B0E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Flow (Steps 1-4)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execution begins when an API endpoint is called and coordinates multiple processing stages: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441"/>
            <a:ext cx="7620000" cy="2263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1 - API Request: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invokes API endpoint with search keywords, location and optional refresh parameters.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2 - Scraper Initialization: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instantiates LinkedinJobScraper with keywords and location parameters.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3 - HTML Retrieval: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Scraper makes HTTP requests and parses LinkedIn job listings into structured job card data.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4 - Feature Extraction: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FeatureExtraction class processes job descriptions to identify programming languages, technologies and required skills.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EE0F1-CDFE-3CCB-44C4-45670880D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Flow (Steps 5-7)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pipeline with data transformation, persistence and client response: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441"/>
            <a:ext cx="7620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5 - Data Transformation: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DataTransformer cleans HTML markup, normalizes dates, extracts salary min/max, removes duplicate entries and ensures uniform data formatting.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6 - Database Persistence: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DatabaseManager creates tables if needed and stores transformed data based on refresh parameter (replace all or append new).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7 - Response Generation: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Extracted data is retrieved from database and returned to client as JSON with job count metadata and structured records.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92D28-E46C-C781-28B8-EDB4D434E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System health check endpoint for monitoring API availability and status.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/jobs/extract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Extract fresh job listings from LinkedIn. Parameters: keywords, location, refresh_data (true/false for replace vs. append).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/jobs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Retrieve jobs from database with optional filtering by company, salary, employment type, programming languages, technologies.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/jobs/&lt;id&gt;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Fetch detailed information for a specific job record by its unique identifier.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3D22F-34F3-DC09-8382-E0FF3BAB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Filtering Capabilities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Filtering: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Search jobs from specific employers using case-insensitive company name matching.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Type: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by Full-time, Part-time, Contract or Temporary positions.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Range: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Specify minimum and maximum salary thresholds to find positions within budget or expectations.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by required programming languages (Python, Java, C#, etc.) and technologies (Docker, Kubernetes, AWS).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Level: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by seniority levels including Entry, Mid-level, Senior and Management positions.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Sorting: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Sort results by posting date, salary, company or other criteria in ascending/descending order.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6D1DBA-1F5A-C360-3BDD-EA35C75F8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25204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Collection Results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78282"/>
            <a:ext cx="76169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Run: "Software Developer" Position in Dublin, Ireland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870709"/>
            <a:ext cx="7162800" cy="1737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 Extracted: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19 job listings with complete details.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Employers: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Stripe, Udemy, Tines, Autodesk, Arista Networks, Autodesk and emerging startups.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Levels: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Entry-level internships, Mid-level positions and Senior engineer roles available.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Types: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Predominantly Full-time with some Contract and Hybrid remote options.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Fields Captured: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Job title, company, location, salary range, employment type, seniority level, required technologies and job descriptions.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71910-517B-1F38-940B-DF4A7378B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Demo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4"/>
            <a:ext cx="7620000" cy="126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Project Execution</a:t>
            </a:r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Project Execution</a:t>
            </a:r>
            <a:endParaRPr lang="en-US" sz="1200" b="1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Explanation</a:t>
            </a:r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</a:t>
            </a:r>
          </a:p>
          <a:p>
            <a:pPr>
              <a:lnSpc>
                <a:spcPts val="2160"/>
              </a:lnSpc>
              <a:buSzPct val="100000"/>
            </a:pPr>
            <a:endParaRPr lang="en-US" sz="1200" b="1" dirty="0">
              <a:solidFill>
                <a:srgbClr val="38BD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45A9D-A3DC-BE3F-363E-CDC5CFE67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10D9C-43D1-D6D9-B24D-168D7627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6E7523-249F-5111-5CC0-266BE14A867B}"/>
              </a:ext>
            </a:extLst>
          </p:cNvPr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Challenges &amp; Solutions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A5E62A-90CF-55A6-C702-62B2B278100B}"/>
              </a:ext>
            </a:extLst>
          </p:cNvPr>
          <p:cNvSpPr/>
          <p:nvPr/>
        </p:nvSpPr>
        <p:spPr>
          <a:xfrm>
            <a:off x="914400" y="1249682"/>
            <a:ext cx="7620000" cy="270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&amp; Anti-Bot Detection: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LinkedIn restricts requests after thresholds. Solution: Implement Selenium/Playwright with user-agent rotation, add configurable delays between requests and use headless browser automation for realistic behavior.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HTML Structure: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LinkedIn frequently changes page markup. Solution: Design flexible CSS/XPath selectors with fallback extraction methods and implement monitoring for structure changes.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Maintaining persistent sessions across multiple requests. Solution: Implement automatic cookie handling, session persistence and token refresh logic.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Performance: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Processing large data volumes efficiently. Solution: Implement asynchronous processing with concurrent requests, add caching mechanisms and batch processing.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58875-2371-8C9B-B965-DA0EB4CD6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16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 &amp; Future Improvements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309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Throttling: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implementation fails after reaching LinkedIn's rate limits. Mitigation: Implement exponential backoff and delay strategies for production.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Caching: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result caching implemented. Improvement: Add Redis or in-memory caching for frequently accessed queries and pagination.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Limited graceful handling of anti-bot responses. Enhancement: Implement Selenium fallback, circuit breaker patterns and detailed error logging.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Rendering: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BeautifulSoup cannot handle JavaScript-rendered content. Solution: Integrate Selenium WebDriver for full JavaScript execution.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845CA-0FF7-6CC7-57EE-0293AC9BE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Testing Framework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 Tests: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Unit tests for HTML card parsing, job list extraction and salary regex pattern matching with various formats.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Tests: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Validation of programming language identification, technology detection, salary range parsing and education requirement extraction.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 Tests: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Tests for HTML cleaning, datetime normalization, salary min/max extraction and duplicate removal logic.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Operations: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CRUD operation tests including table creation, data insertion, queries, refresh operations and database reset functionality.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End-to-end pipeline tests with monkeypatching to mock scraper responses and validate complete workflow execution.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928EC-A9F9-99B3-F308-2CBFF7859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Development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2"/>
            <a:ext cx="7620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Scheduling: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Scheduler for periodic, automated data collection and updates without manual intervention.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Expansion: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 scraping to Indeed.com, Irish Jobs, Glassdoor and Stack Overflow Jobs for comprehensive job market coverage.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Automation: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 Selenium/Playwright for headless browser control to handle JavaScript rendering and improve LinkedIn reliability.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Integration: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machine learning models for job classification, salary prediction and candidate matching algorithms.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Containerize application with Docker, deploy to AWS/Azure and enable real-time API access for enterprise clients/public.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615D7-6432-A116-53E7-68E0F4046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Project Achievements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Five independent components (Scraper, FeatureExtraction, DataTransformer, DatabaseManager, Pipeline) enabling easy testing, maintenance and future enhancements.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Feature Extraction: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identification of 25+ programming languages, 20+ technologies, salary ranges and skill requirements from unstructured job descriptions.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API: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RESTful API with comprehensive filtering, sorting and query capabilities designed for scalability and integration.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Framework: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Robust error handling, input validation, deduplication and normalization ensuring data consistency and reliability.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Test Coverage: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Comprehensive unit, integration and pipeline tests with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r>
              <a:rPr lang="en-US" sz="12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61080-9360-3B51-567A-82BB0194C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2428" y="1670689"/>
            <a:ext cx="253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244792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web scraping and API solution demonstrating effective data collection, transformation and retrieval techniques for job market analysis.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59228" y="3286125"/>
            <a:ext cx="322542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Bhargava Koya • CA02 Assignment • December 2025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5A626-9063-BF1B-582E-AC0BB9FB9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804039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581275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2308" y="3152775"/>
            <a:ext cx="183926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20075511@mydbs.ie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132CE-AF56-B4DA-EC5D-67338F747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1560</Words>
  <Application>Microsoft Office PowerPoint</Application>
  <PresentationFormat>On-screen Show (16:9)</PresentationFormat>
  <Paragraphs>124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bhargav koya</cp:lastModifiedBy>
  <cp:revision>64</cp:revision>
  <dcterms:created xsi:type="dcterms:W3CDTF">2025-12-11T22:18:38Z</dcterms:created>
  <dcterms:modified xsi:type="dcterms:W3CDTF">2025-12-12T14:10:14Z</dcterms:modified>
</cp:coreProperties>
</file>