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784CD-635A-47B4-A424-27FCCD0BCA40}" v="16" dt="2025-12-01T12:34:06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 koya" userId="0c2cfccce0ea40ac" providerId="LiveId" clId="{3196D12E-8507-4EDC-B98E-A317E2857F73}"/>
    <pc:docChg chg="undo custSel addSld delSld modSld">
      <pc:chgData name="bhargav koya" userId="0c2cfccce0ea40ac" providerId="LiveId" clId="{3196D12E-8507-4EDC-B98E-A317E2857F73}" dt="2025-12-01T12:42:14.328" v="375" actId="20577"/>
      <pc:docMkLst>
        <pc:docMk/>
      </pc:docMkLst>
      <pc:sldChg chg="addSp modSp mod">
        <pc:chgData name="bhargav koya" userId="0c2cfccce0ea40ac" providerId="LiveId" clId="{3196D12E-8507-4EDC-B98E-A317E2857F73}" dt="2025-12-01T12:34:22.215" v="260" actId="1076"/>
        <pc:sldMkLst>
          <pc:docMk/>
          <pc:sldMk cId="0" sldId="256"/>
        </pc:sldMkLst>
        <pc:spChg chg="mod">
          <ac:chgData name="bhargav koya" userId="0c2cfccce0ea40ac" providerId="LiveId" clId="{3196D12E-8507-4EDC-B98E-A317E2857F73}" dt="2025-12-01T12:20:36.785" v="22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20:31.216" v="224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20:16.368" v="21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34:22.215" v="260" actId="1076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2:29.246" v="241" actId="14100"/>
          <ac:picMkLst>
            <pc:docMk/>
            <pc:sldMk cId="0" sldId="256"/>
            <ac:picMk id="6" creationId="{B7B1BB86-DDAF-F95C-7F03-60043B289BA9}"/>
          </ac:picMkLst>
        </pc:picChg>
      </pc:sldChg>
      <pc:sldChg chg="addSp modSp mod">
        <pc:chgData name="bhargav koya" userId="0c2cfccce0ea40ac" providerId="LiveId" clId="{3196D12E-8507-4EDC-B98E-A317E2857F73}" dt="2025-12-01T12:32:42.341" v="243" actId="1036"/>
        <pc:sldMkLst>
          <pc:docMk/>
          <pc:sldMk cId="0" sldId="257"/>
        </pc:sldMkLst>
        <pc:picChg chg="add mod">
          <ac:chgData name="bhargav koya" userId="0c2cfccce0ea40ac" providerId="LiveId" clId="{3196D12E-8507-4EDC-B98E-A317E2857F73}" dt="2025-12-01T12:32:42.341" v="243" actId="1036"/>
          <ac:picMkLst>
            <pc:docMk/>
            <pc:sldMk cId="0" sldId="257"/>
            <ac:picMk id="6" creationId="{A004B3E0-7CF4-02AD-BC2D-DFD6E1C248D7}"/>
          </ac:picMkLst>
        </pc:picChg>
      </pc:sldChg>
      <pc:sldChg chg="addSp modSp mod">
        <pc:chgData name="bhargav koya" userId="0c2cfccce0ea40ac" providerId="LiveId" clId="{3196D12E-8507-4EDC-B98E-A317E2857F73}" dt="2025-12-01T12:32:45.808" v="244"/>
        <pc:sldMkLst>
          <pc:docMk/>
          <pc:sldMk cId="0" sldId="258"/>
        </pc:sldMkLst>
        <pc:spChg chg="mod">
          <ac:chgData name="bhargav koya" userId="0c2cfccce0ea40ac" providerId="LiveId" clId="{3196D12E-8507-4EDC-B98E-A317E2857F73}" dt="2025-12-01T12:19:47.136" v="214" actId="14100"/>
          <ac:spMkLst>
            <pc:docMk/>
            <pc:sldMk cId="0" sldId="258"/>
            <ac:spMk id="4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2:45.808" v="244"/>
          <ac:picMkLst>
            <pc:docMk/>
            <pc:sldMk cId="0" sldId="258"/>
            <ac:picMk id="5" creationId="{DC10E833-DE3C-071E-010F-0DD4DFB22E9A}"/>
          </ac:picMkLst>
        </pc:picChg>
      </pc:sldChg>
      <pc:sldChg chg="addSp modSp mod">
        <pc:chgData name="bhargav koya" userId="0c2cfccce0ea40ac" providerId="LiveId" clId="{3196D12E-8507-4EDC-B98E-A317E2857F73}" dt="2025-12-01T12:40:25.933" v="359" actId="20577"/>
        <pc:sldMkLst>
          <pc:docMk/>
          <pc:sldMk cId="0" sldId="259"/>
        </pc:sldMkLst>
        <pc:spChg chg="mod">
          <ac:chgData name="bhargav koya" userId="0c2cfccce0ea40ac" providerId="LiveId" clId="{3196D12E-8507-4EDC-B98E-A317E2857F73}" dt="2025-12-01T11:45:26.136" v="0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40:25.933" v="359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2:50.980" v="245"/>
          <ac:picMkLst>
            <pc:docMk/>
            <pc:sldMk cId="0" sldId="259"/>
            <ac:picMk id="4" creationId="{D28C993D-AAF9-7F9E-EA7C-99DDF3DC30F6}"/>
          </ac:picMkLst>
        </pc:picChg>
      </pc:sldChg>
      <pc:sldChg chg="addSp modSp mod">
        <pc:chgData name="bhargav koya" userId="0c2cfccce0ea40ac" providerId="LiveId" clId="{3196D12E-8507-4EDC-B98E-A317E2857F73}" dt="2025-12-01T12:32:59.684" v="246"/>
        <pc:sldMkLst>
          <pc:docMk/>
          <pc:sldMk cId="0" sldId="260"/>
        </pc:sldMkLst>
        <pc:spChg chg="mod">
          <ac:chgData name="bhargav koya" userId="0c2cfccce0ea40ac" providerId="LiveId" clId="{3196D12E-8507-4EDC-B98E-A317E2857F73}" dt="2025-12-01T11:51:36.931" v="11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1:51:48.209" v="13" actId="20577"/>
          <ac:spMkLst>
            <pc:docMk/>
            <pc:sldMk cId="0" sldId="260"/>
            <ac:spMk id="4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2:59.684" v="246"/>
          <ac:picMkLst>
            <pc:docMk/>
            <pc:sldMk cId="0" sldId="260"/>
            <ac:picMk id="5" creationId="{7C42ABA2-8848-9712-FEB6-2BEE734CD905}"/>
          </ac:picMkLst>
        </pc:picChg>
      </pc:sldChg>
      <pc:sldChg chg="addSp modSp mod">
        <pc:chgData name="bhargav koya" userId="0c2cfccce0ea40ac" providerId="LiveId" clId="{3196D12E-8507-4EDC-B98E-A317E2857F73}" dt="2025-12-01T12:42:14.328" v="375" actId="20577"/>
        <pc:sldMkLst>
          <pc:docMk/>
          <pc:sldMk cId="0" sldId="261"/>
        </pc:sldMkLst>
        <pc:spChg chg="mod">
          <ac:chgData name="bhargav koya" userId="0c2cfccce0ea40ac" providerId="LiveId" clId="{3196D12E-8507-4EDC-B98E-A317E2857F73}" dt="2025-12-01T11:54:20.914" v="23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42:14.328" v="37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36:51.182" v="308" actId="1076"/>
          <ac:spMkLst>
            <pc:docMk/>
            <pc:sldMk cId="0" sldId="261"/>
            <ac:spMk id="5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05.832" v="247"/>
          <ac:picMkLst>
            <pc:docMk/>
            <pc:sldMk cId="0" sldId="261"/>
            <ac:picMk id="6" creationId="{853FCF4B-1685-5F38-73FD-3D07B708F7CD}"/>
          </ac:picMkLst>
        </pc:picChg>
      </pc:sldChg>
      <pc:sldChg chg="addSp modSp mod">
        <pc:chgData name="bhargav koya" userId="0c2cfccce0ea40ac" providerId="LiveId" clId="{3196D12E-8507-4EDC-B98E-A317E2857F73}" dt="2025-12-01T12:33:12.126" v="248"/>
        <pc:sldMkLst>
          <pc:docMk/>
          <pc:sldMk cId="0" sldId="262"/>
        </pc:sldMkLst>
        <pc:spChg chg="mod">
          <ac:chgData name="bhargav koya" userId="0c2cfccce0ea40ac" providerId="LiveId" clId="{3196D12E-8507-4EDC-B98E-A317E2857F73}" dt="2025-12-01T11:55:33.830" v="30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1:54:53.592" v="25" actId="1076"/>
          <ac:spMkLst>
            <pc:docMk/>
            <pc:sldMk cId="0" sldId="262"/>
            <ac:spMk id="4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12.126" v="248"/>
          <ac:picMkLst>
            <pc:docMk/>
            <pc:sldMk cId="0" sldId="262"/>
            <ac:picMk id="5" creationId="{3271EA39-CE13-674B-AA98-EB2E65987139}"/>
          </ac:picMkLst>
        </pc:picChg>
      </pc:sldChg>
      <pc:sldChg chg="addSp modSp mod">
        <pc:chgData name="bhargav koya" userId="0c2cfccce0ea40ac" providerId="LiveId" clId="{3196D12E-8507-4EDC-B98E-A317E2857F73}" dt="2025-12-01T12:37:48.456" v="332" actId="20577"/>
        <pc:sldMkLst>
          <pc:docMk/>
          <pc:sldMk cId="0" sldId="263"/>
        </pc:sldMkLst>
        <pc:spChg chg="mod">
          <ac:chgData name="bhargav koya" userId="0c2cfccce0ea40ac" providerId="LiveId" clId="{3196D12E-8507-4EDC-B98E-A317E2857F73}" dt="2025-12-01T12:37:15.108" v="311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00:12.886" v="59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37:48.456" v="332" actId="20577"/>
          <ac:spMkLst>
            <pc:docMk/>
            <pc:sldMk cId="0" sldId="263"/>
            <ac:spMk id="4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17.082" v="249"/>
          <ac:picMkLst>
            <pc:docMk/>
            <pc:sldMk cId="0" sldId="263"/>
            <ac:picMk id="5" creationId="{9668EF78-828E-E5F0-050C-A074AEC5A58E}"/>
          </ac:picMkLst>
        </pc:picChg>
      </pc:sldChg>
      <pc:sldChg chg="addSp delSp modSp mod">
        <pc:chgData name="bhargav koya" userId="0c2cfccce0ea40ac" providerId="LiveId" clId="{3196D12E-8507-4EDC-B98E-A317E2857F73}" dt="2025-12-01T12:38:07.764" v="342" actId="20577"/>
        <pc:sldMkLst>
          <pc:docMk/>
          <pc:sldMk cId="0" sldId="264"/>
        </pc:sldMkLst>
        <pc:spChg chg="mod">
          <ac:chgData name="bhargav koya" userId="0c2cfccce0ea40ac" providerId="LiveId" clId="{3196D12E-8507-4EDC-B98E-A317E2857F73}" dt="2025-12-01T12:00:31.394" v="60" actId="1076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bhargav koya" userId="0c2cfccce0ea40ac" providerId="LiveId" clId="{3196D12E-8507-4EDC-B98E-A317E2857F73}" dt="2025-12-01T12:38:07.764" v="342" actId="20577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29.121" v="251" actId="14100"/>
          <ac:picMkLst>
            <pc:docMk/>
            <pc:sldMk cId="0" sldId="264"/>
            <ac:picMk id="4" creationId="{CBCB7A42-6BD3-94B6-9215-9C97EEED5EDD}"/>
          </ac:picMkLst>
        </pc:picChg>
      </pc:sldChg>
      <pc:sldChg chg="addSp modSp mod">
        <pc:chgData name="bhargav koya" userId="0c2cfccce0ea40ac" providerId="LiveId" clId="{3196D12E-8507-4EDC-B98E-A317E2857F73}" dt="2025-12-01T12:33:34.729" v="252"/>
        <pc:sldMkLst>
          <pc:docMk/>
          <pc:sldMk cId="0" sldId="265"/>
        </pc:sldMkLst>
        <pc:spChg chg="mod">
          <ac:chgData name="bhargav koya" userId="0c2cfccce0ea40ac" providerId="LiveId" clId="{3196D12E-8507-4EDC-B98E-A317E2857F73}" dt="2025-12-01T12:03:08.897" v="80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03:19.576" v="82" actId="14100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34.729" v="252"/>
          <ac:picMkLst>
            <pc:docMk/>
            <pc:sldMk cId="0" sldId="265"/>
            <ac:picMk id="4" creationId="{DDC4C39A-C54F-1377-1EA1-DEBE8AC589FE}"/>
          </ac:picMkLst>
        </pc:picChg>
      </pc:sldChg>
      <pc:sldChg chg="addSp modSp mod">
        <pc:chgData name="bhargav koya" userId="0c2cfccce0ea40ac" providerId="LiveId" clId="{3196D12E-8507-4EDC-B98E-A317E2857F73}" dt="2025-12-01T12:33:40.037" v="253"/>
        <pc:sldMkLst>
          <pc:docMk/>
          <pc:sldMk cId="0" sldId="266"/>
        </pc:sldMkLst>
        <pc:spChg chg="mod">
          <ac:chgData name="bhargav koya" userId="0c2cfccce0ea40ac" providerId="LiveId" clId="{3196D12E-8507-4EDC-B98E-A317E2857F73}" dt="2025-12-01T12:06:35.647" v="115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05:36.176" v="90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05:29.560" v="89" actId="1076"/>
          <ac:spMkLst>
            <pc:docMk/>
            <pc:sldMk cId="0" sldId="266"/>
            <ac:spMk id="5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40.037" v="253"/>
          <ac:picMkLst>
            <pc:docMk/>
            <pc:sldMk cId="0" sldId="266"/>
            <ac:picMk id="6" creationId="{F952657B-6F83-2D79-C445-6855C32E5320}"/>
          </ac:picMkLst>
        </pc:picChg>
      </pc:sldChg>
      <pc:sldChg chg="addSp modSp mod">
        <pc:chgData name="bhargav koya" userId="0c2cfccce0ea40ac" providerId="LiveId" clId="{3196D12E-8507-4EDC-B98E-A317E2857F73}" dt="2025-12-01T12:33:46.561" v="254"/>
        <pc:sldMkLst>
          <pc:docMk/>
          <pc:sldMk cId="0" sldId="267"/>
        </pc:sldMkLst>
        <pc:spChg chg="mod">
          <ac:chgData name="bhargav koya" userId="0c2cfccce0ea40ac" providerId="LiveId" clId="{3196D12E-8507-4EDC-B98E-A317E2857F73}" dt="2025-12-01T12:26:36.412" v="232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26:40.320" v="233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26:42.318" v="234" actId="20577"/>
          <ac:spMkLst>
            <pc:docMk/>
            <pc:sldMk cId="0" sldId="267"/>
            <ac:spMk id="5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46.561" v="254"/>
          <ac:picMkLst>
            <pc:docMk/>
            <pc:sldMk cId="0" sldId="267"/>
            <ac:picMk id="6" creationId="{63B8370A-4D2E-CD80-F850-FA541ED4EEA7}"/>
          </ac:picMkLst>
        </pc:picChg>
      </pc:sldChg>
      <pc:sldChg chg="addSp modSp mod">
        <pc:chgData name="bhargav koya" userId="0c2cfccce0ea40ac" providerId="LiveId" clId="{3196D12E-8507-4EDC-B98E-A317E2857F73}" dt="2025-12-01T12:33:51.227" v="255"/>
        <pc:sldMkLst>
          <pc:docMk/>
          <pc:sldMk cId="0" sldId="268"/>
        </pc:sldMkLst>
        <pc:spChg chg="mod">
          <ac:chgData name="bhargav koya" userId="0c2cfccce0ea40ac" providerId="LiveId" clId="{3196D12E-8507-4EDC-B98E-A317E2857F73}" dt="2025-12-01T12:09:53.371" v="122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09:57.986" v="123" actId="1076"/>
          <ac:spMkLst>
            <pc:docMk/>
            <pc:sldMk cId="0" sldId="268"/>
            <ac:spMk id="3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51.227" v="255"/>
          <ac:picMkLst>
            <pc:docMk/>
            <pc:sldMk cId="0" sldId="268"/>
            <ac:picMk id="4" creationId="{19C8D073-14D8-0EEE-5F53-73A5251D4C66}"/>
          </ac:picMkLst>
        </pc:picChg>
      </pc:sldChg>
      <pc:sldChg chg="addSp modSp mod">
        <pc:chgData name="bhargav koya" userId="0c2cfccce0ea40ac" providerId="LiveId" clId="{3196D12E-8507-4EDC-B98E-A317E2857F73}" dt="2025-12-01T12:33:55.986" v="256"/>
        <pc:sldMkLst>
          <pc:docMk/>
          <pc:sldMk cId="0" sldId="269"/>
        </pc:sldMkLst>
        <pc:spChg chg="mod">
          <ac:chgData name="bhargav koya" userId="0c2cfccce0ea40ac" providerId="LiveId" clId="{3196D12E-8507-4EDC-B98E-A317E2857F73}" dt="2025-12-01T12:12:26.844" v="130" actId="14100"/>
          <ac:spMkLst>
            <pc:docMk/>
            <pc:sldMk cId="0" sldId="269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12:19.431" v="128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12:22.507" v="129" actId="14100"/>
          <ac:spMkLst>
            <pc:docMk/>
            <pc:sldMk cId="0" sldId="269"/>
            <ac:spMk id="5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3:55.986" v="256"/>
          <ac:picMkLst>
            <pc:docMk/>
            <pc:sldMk cId="0" sldId="269"/>
            <ac:picMk id="6" creationId="{3D5B6D5E-785E-B565-10F8-1DC637243069}"/>
          </ac:picMkLst>
        </pc:picChg>
      </pc:sldChg>
      <pc:sldChg chg="addSp modSp mod">
        <pc:chgData name="bhargav koya" userId="0c2cfccce0ea40ac" providerId="LiveId" clId="{3196D12E-8507-4EDC-B98E-A317E2857F73}" dt="2025-12-01T12:34:00.497" v="257"/>
        <pc:sldMkLst>
          <pc:docMk/>
          <pc:sldMk cId="0" sldId="270"/>
        </pc:sldMkLst>
        <pc:spChg chg="mod">
          <ac:chgData name="bhargav koya" userId="0c2cfccce0ea40ac" providerId="LiveId" clId="{3196D12E-8507-4EDC-B98E-A317E2857F73}" dt="2025-12-01T12:15:42.823" v="151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16:59" v="168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17:06.921" v="170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bhargav koya" userId="0c2cfccce0ea40ac" providerId="LiveId" clId="{3196D12E-8507-4EDC-B98E-A317E2857F73}" dt="2025-12-01T12:15:59.836" v="160" actId="20577"/>
          <ac:spMkLst>
            <pc:docMk/>
            <pc:sldMk cId="0" sldId="270"/>
            <ac:spMk id="6" creationId="{00000000-0000-0000-0000-000000000000}"/>
          </ac:spMkLst>
        </pc:spChg>
        <pc:picChg chg="add mod">
          <ac:chgData name="bhargav koya" userId="0c2cfccce0ea40ac" providerId="LiveId" clId="{3196D12E-8507-4EDC-B98E-A317E2857F73}" dt="2025-12-01T12:34:00.497" v="257"/>
          <ac:picMkLst>
            <pc:docMk/>
            <pc:sldMk cId="0" sldId="270"/>
            <ac:picMk id="7" creationId="{8BBF8661-0B9E-E8A6-9EF7-E77AF2D6963A}"/>
          </ac:picMkLst>
        </pc:picChg>
      </pc:sldChg>
      <pc:sldChg chg="new del">
        <pc:chgData name="bhargav koya" userId="0c2cfccce0ea40ac" providerId="LiveId" clId="{3196D12E-8507-4EDC-B98E-A317E2857F73}" dt="2025-12-01T12:17:27.531" v="173" actId="47"/>
        <pc:sldMkLst>
          <pc:docMk/>
          <pc:sldMk cId="1484372619" sldId="271"/>
        </pc:sldMkLst>
      </pc:sldChg>
      <pc:sldChg chg="addSp modSp add mod">
        <pc:chgData name="bhargav koya" userId="0c2cfccce0ea40ac" providerId="LiveId" clId="{3196D12E-8507-4EDC-B98E-A317E2857F73}" dt="2025-12-01T12:34:06.200" v="258"/>
        <pc:sldMkLst>
          <pc:docMk/>
          <pc:sldMk cId="1159658986" sldId="272"/>
        </pc:sldMkLst>
        <pc:spChg chg="mod">
          <ac:chgData name="bhargav koya" userId="0c2cfccce0ea40ac" providerId="LiveId" clId="{3196D12E-8507-4EDC-B98E-A317E2857F73}" dt="2025-12-01T12:18:43.346" v="199" actId="255"/>
          <ac:spMkLst>
            <pc:docMk/>
            <pc:sldMk cId="1159658986" sldId="272"/>
            <ac:spMk id="2" creationId="{4F8DDA6C-0AC9-02D4-EBDF-27C0BFEF5997}"/>
          </ac:spMkLst>
        </pc:spChg>
        <pc:spChg chg="mod">
          <ac:chgData name="bhargav koya" userId="0c2cfccce0ea40ac" providerId="LiveId" clId="{3196D12E-8507-4EDC-B98E-A317E2857F73}" dt="2025-12-01T12:18:24.239" v="197" actId="6549"/>
          <ac:spMkLst>
            <pc:docMk/>
            <pc:sldMk cId="1159658986" sldId="272"/>
            <ac:spMk id="3" creationId="{EE33395C-FA75-94A8-7BD6-56ACB0992BE0}"/>
          </ac:spMkLst>
        </pc:spChg>
        <pc:spChg chg="mod">
          <ac:chgData name="bhargav koya" userId="0c2cfccce0ea40ac" providerId="LiveId" clId="{3196D12E-8507-4EDC-B98E-A317E2857F73}" dt="2025-12-01T12:29:58.790" v="238" actId="14100"/>
          <ac:spMkLst>
            <pc:docMk/>
            <pc:sldMk cId="1159658986" sldId="272"/>
            <ac:spMk id="4" creationId="{A279EDB9-2451-BAD0-7C8D-3D094F9C7AE0}"/>
          </ac:spMkLst>
        </pc:spChg>
        <pc:spChg chg="mod">
          <ac:chgData name="bhargav koya" userId="0c2cfccce0ea40ac" providerId="LiveId" clId="{3196D12E-8507-4EDC-B98E-A317E2857F73}" dt="2025-12-01T12:18:18.472" v="195" actId="6549"/>
          <ac:spMkLst>
            <pc:docMk/>
            <pc:sldMk cId="1159658986" sldId="272"/>
            <ac:spMk id="5" creationId="{CB07EBCB-9BDB-5115-4B51-FEDFA4FC9F38}"/>
          </ac:spMkLst>
        </pc:spChg>
        <pc:spChg chg="mod">
          <ac:chgData name="bhargav koya" userId="0c2cfccce0ea40ac" providerId="LiveId" clId="{3196D12E-8507-4EDC-B98E-A317E2857F73}" dt="2025-12-01T12:18:05.690" v="192" actId="6549"/>
          <ac:spMkLst>
            <pc:docMk/>
            <pc:sldMk cId="1159658986" sldId="272"/>
            <ac:spMk id="6" creationId="{A6A7BE45-9CE2-A921-01A3-A9E747764ADA}"/>
          </ac:spMkLst>
        </pc:spChg>
        <pc:picChg chg="add mod">
          <ac:chgData name="bhargav koya" userId="0c2cfccce0ea40ac" providerId="LiveId" clId="{3196D12E-8507-4EDC-B98E-A317E2857F73}" dt="2025-12-01T12:34:06.200" v="258"/>
          <ac:picMkLst>
            <pc:docMk/>
            <pc:sldMk cId="1159658986" sldId="272"/>
            <ac:picMk id="7" creationId="{A7D24EF6-83AB-B029-6549-54C6640C90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79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6A34-02BE-46E2-B1D5-FAF681E84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94257-EB70-65E8-B94F-69E80A408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6F107-D4A8-D1A5-1B75-602CEC967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C7676-B12F-88FA-061A-01AB18597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3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40130"/>
            <a:ext cx="7924800" cy="172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Learning Analytics Platform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71774" y="2662603"/>
            <a:ext cx="43410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40"/>
              </a:lnSpc>
              <a:buNone/>
            </a:pPr>
            <a:r>
              <a:rPr lang="en-US" sz="180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AI with Cognitive Frameworks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08943" y="3858652"/>
            <a:ext cx="2125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Bhargava Koya (20075511)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22974" y="4460924"/>
            <a:ext cx="26386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0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01/12/2025 • Research Methods (B9BA203)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1BB86-DDAF-F95C-7F03-60043B289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Area: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Artificial Intelligence in Education (Learning Analytics)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and validate an AI-powered learning analytics platform addressing limitations in existing educational technology tools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77440"/>
            <a:ext cx="792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multiple AI models (GPT-5, Claude, Gemini, Grok) with cognitive frameworks for personalized decision-making in education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4B3E0-7CF4-02AD-BC2D-DFD6E1C24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16149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2344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Dissertation Project Title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81"/>
            <a:ext cx="7315200" cy="7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"Multi-model AI learning analytics platform with cognitive frameworks, performance metrics and cost effectiveness analysis for personalized decision making in Education"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0E833-DE3C-071E-010F-0DD4DFB22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07144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Aims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0418" y="954404"/>
            <a:ext cx="7620000" cy="406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Integration: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GPT-5, Claude, Gemini and Grok using ensemble methods with majority voting and weighted averaging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 Assessment: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Blend Bloom's taxonomy (6 levels), Self-regulated learning, Cognitive load theory and metacognitive frameworks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Disciplinary Scope: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across STEM (Physics, Mathematics), Social Sciences (Economics, Psychology) and Arts (Literature, Philosophy)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Metrics(Expected): 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 &gt;70%, response time &lt;2 seconds, F1-score benchmarking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Analysis: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TCO, API expenses per query, infrastructure costs and ROI for institutional scaling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C993D-AAF9-7F9E-EA7C-99DDF3DC3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RO-1: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and implement a multi-model AI framework integrating GPT-5, Claude, Gemini using ensemble methods. Target: 12-18% accuracy improvement vs. single models through reduced bias and hallucinations.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301239"/>
            <a:ext cx="7924800" cy="1124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RO-2: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 multi-framework cognitive assessment combining: Bloom's (6 levels: Remember, Understand, Apply, Analyze, Evaluate, Create), Self-regulated learning (goal-setting, metacognitive monitoring), Cognitive load theory (intrinsic/extraneous load) and Metacognitive frameworks.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2ABA2-8848-9712-FEB6-2BEE734CD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RO-3: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Conduct randomized experiments across 4 disciplines with 800-1000 students per condition. Measure: interaction frequency, time-on-task, participation rates, pre/post-test scores and affective states (stress, confusion, curiosity).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301240"/>
            <a:ext cx="7924800" cy="82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RO-4: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performance benchmarks</a:t>
            </a:r>
            <a:r>
              <a:rPr lang="en-US" sz="135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(Expected):  AI 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 &gt;70%, emotional analysis precision, system response time &lt;2 sec, throughput metrics, scalability to 10,000+ concurrent users.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76599"/>
            <a:ext cx="79248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RO-5: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 cost-effectiveness analysis: Calculate cost per student, infrastructure vs. API costs, implementation hours, ROI vs. traditional LMS, break-even analysis.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FCF4B-1685-5F38-73FD-3D07B708F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79"/>
            <a:ext cx="7924800" cy="139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RQ-1: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 different AI models (GPT-5, Claude, Gemini, Grok) vary in accuracy and cost-effectiveness when analyzing student cognitive engagement, emotional states and learning progression across STEM, Social Sciences and Arts? </a:t>
            </a:r>
            <a:r>
              <a:rPr lang="en-US" sz="135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Multi-model ensemble variance &lt; single-model variance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47071"/>
            <a:ext cx="7924800" cy="109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RQ-2: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does integrating multiple cognitive frameworks (Bloom's + SRL + CLT + Metacognition) improve pedagogical validity and inter-rater reliability (κ) compared to single-framework (Bloom's only) approaches? </a:t>
            </a:r>
            <a:r>
              <a:rPr lang="en-US" sz="135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κ multi-framework &gt; κ single-framework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1EA39-CE13-674B-AA98-EB2E6598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79"/>
            <a:ext cx="7924800" cy="69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RQ-3: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are the infrastructure costs, operational expenses and ROI of implementing multi-model AI learning analytics at institutional scale (10,000 students) vs. traditional LMS?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029268"/>
            <a:ext cx="7924800" cy="1811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Components: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infrastructure ($5-10K/year), API usage (GPT-5: $0.02/1K tokens), implementation time, training/support. 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Benefits(Expected):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Improved student outcomes (5-15% grade increase), instructor time savings (10+ hours/week), completion rate improvements (8-12%). 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Cost-benefit ratio (B/C) &gt; 1.5(Expected)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8EF78-828E-E5F0-050C-A074AEC5A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50518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 Investigated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03385" y="926124"/>
            <a:ext cx="7620000" cy="40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Learning: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12-18% accuracy gains from multi-model vs. single model (Wang et al., 2024 shows LLM ensembles reduce individual model biases and hallucinations)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Frameworks: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Validating 4-framework approach against traditional single-framework (Bloom's) using inter-rater reliability (Cohen's Kappa)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Precision, Recall, F1-score against expert coding, response time &lt;2sec, throughput 1000+ queries/sec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Structure(Expected):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costs ($0.02-0.10/1K tokens), infrastructure ($5-15K annually), personnel (implementation in hours)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Quantification: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 grade improvements (5-15%), instructor productivity gains, retention rate increases (8-12%)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B7A42-6BD3-94B6-9215-9C97EEED5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3" y="4461755"/>
            <a:ext cx="1055077" cy="6580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5536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Foundations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933159"/>
            <a:ext cx="7620000" cy="403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Analytics (Long &amp; Siemens, 2011):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Measurement and analysis of learner data for actionable insights. Example: LMS login frequency, assignment submission patterns, discussion forum engagement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Frameworks: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Bloom's (6 levels), Zimmerman's SRL (goal-setting, monitoring), Sweller's CLT (intrinsic/extraneous/germane load), Flavell's Metacognition (knowledge, monitoring, regulation)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 (Dietterich, 2000):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Majority voting and weighted averaging combine predictions from GPT-5, Claude, Gemini reducing individual model biases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Science Research (Hevner et al., 2004):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identification → Design → Demonstration → Evaluation → Communication for technology-enhanced learning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4C39A-C54F-1377-1EA1-DEBE8AC58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Population &amp; Sampling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1472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Participants: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Undergraduates (18-25) from large public research university (Approximately 10,000 students). </a:t>
            </a:r>
          </a:p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STEM (Physics, Calculus, Chemistry), Social Sciences (Intro Economics, Psychology), Arts (Literature, Philosophy)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24800"/>
            <a:ext cx="7924800" cy="76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Participants: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15-18 faculty members (PhD in discipline, 5+ years teaching experience) for expert validation of AI classifications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304431"/>
            <a:ext cx="7924800" cy="1072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Design: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Randomized, stratified by discipline. Control group (traditional LMS, 500 students) vs. Intervention group (multi-model AI analytics, 500 students). Expert coding: 500+ student interaction transcripts by 3 independent raters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2657B-6F83-2D79-C445-6855C32E5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7924800" cy="105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LMS logs (login frequency, time-on-task), pre/post-test scores, concept mastery assessments, course grades. System metrics: API response times, throughput (queries/sec), error rates, cost per query.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236175"/>
            <a:ext cx="7924800" cy="72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groups (8-10 students per discipline), student transcripts from discussion forums (500+ samples), faculty interviews on usability.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907325"/>
            <a:ext cx="7924800" cy="72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Multi-level mixed-effects models, Cohen's Kappa (inter-rater reliability), Classification metrics (precision, recall, F1-score), Cost-benefit ratio (B/C ratio &gt; 1.5), ROI calculation.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8370A-4D2E-CD80-F850-FA541ED4E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386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Measurements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995294"/>
            <a:ext cx="7620000" cy="374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Accuracy: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Precision/Recall/F1 vs. expert coding. Target: &gt;70% accuracy. Example: Cognitive complexity classification (Remember vs. Analyze level) compared to 3-rater consensus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Engagement Metrics: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LMS login frequency (logins/week), time-on-task (minutes/assignment), discussion participation (posts/week), assignment submission rate (%)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Pre/post-test score gains (mean difference, Cohen's d), final course grades (GPA distribution), concept mastery (% improvement)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Response time (milliseconds, target &lt;2000ms), throughput (queries/second), error rate (%, target &lt;0.1%), API cost tracking ($0.02-0.10/query)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8D073-14D8-0EEE-5F53-73A5251D4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 Evaluation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7924800" cy="1051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Components: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 infrastructure ($5-10K/year), API costs (GPT-5: $0.02/1K tokens, estimated $8-15K/year for 1M queries), Implementation (500-1000 hours @ $50/hr = $25-50K), Annual support/maintenance ($10-20K)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301244"/>
            <a:ext cx="7924800" cy="109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Quantification: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 outcome improvements (5-15% grade increase = $2,000-5,000 per cohort in reduced remediation), Instructor time savings (10 hours/week = $10K/year), Completion rate gains (8-12% = reduced course repeats = $3-5K savings)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455963"/>
            <a:ext cx="7924800" cy="68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Calculation: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benefits/Total costs. Break-even analysis: Years to recover initial investment. Cost per student: $50-100 annually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B6D5E-785E-B565-10F8-1DC63724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2077" y="609600"/>
            <a:ext cx="27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70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Validated Framework: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Empirically proven multi-model approach with &gt;70% accuracy across STEM, Social Sciences, Arts</a:t>
            </a:r>
          </a:p>
          <a:p>
            <a:pPr marL="0" indent="0" algn="ctr">
              <a:lnSpc>
                <a:spcPts val="2880"/>
              </a:lnSpc>
              <a:buNone/>
            </a:pP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1950722"/>
            <a:ext cx="8083296" cy="33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Cost-Benefit Evidence: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B/C ratio &gt;1.5 with break-even in 2-3 years and cost per student &lt;$100/year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377440"/>
            <a:ext cx="7924800" cy="70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Personalization at Scale: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adaptive interventions for 10,000+ students, 8-15% improvement in student outcomes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078482"/>
            <a:ext cx="79248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35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Deployment Toolkit:</a:t>
            </a:r>
            <a:r>
              <a:rPr lang="en-US" sz="1350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guide, API integration patterns, faculty training materials, institutional policy recommendations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F8661-0B9E-E8A6-9EF7-E77AF2D69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2AA3D-F7EC-D679-56D4-4F326303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8DDA6C-0AC9-02D4-EBDF-27C0BFEF5997}"/>
              </a:ext>
            </a:extLst>
          </p:cNvPr>
          <p:cNvSpPr/>
          <p:nvPr/>
        </p:nvSpPr>
        <p:spPr>
          <a:xfrm>
            <a:off x="3182077" y="609600"/>
            <a:ext cx="2779726" cy="206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500" b="1" dirty="0">
                <a:solidFill>
                  <a:srgbClr val="0066CC"/>
                </a:solidFill>
                <a:latin typeface="Arial" pitchFamily="34" charset="0"/>
                <a:cs typeface="Arial" pitchFamily="34" charset="-120"/>
              </a:rPr>
              <a:t>Q&amp;A</a:t>
            </a:r>
            <a:endParaRPr lang="en-US" sz="4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33395C-FA75-94A8-7BD6-56ACB0992BE0}"/>
              </a:ext>
            </a:extLst>
          </p:cNvPr>
          <p:cNvSpPr/>
          <p:nvPr/>
        </p:nvSpPr>
        <p:spPr>
          <a:xfrm>
            <a:off x="609600" y="1249681"/>
            <a:ext cx="7924800" cy="70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3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79EDB9-2451-BAD0-7C8D-3D094F9C7AE0}"/>
              </a:ext>
            </a:extLst>
          </p:cNvPr>
          <p:cNvSpPr/>
          <p:nvPr/>
        </p:nvSpPr>
        <p:spPr>
          <a:xfrm>
            <a:off x="530352" y="2065018"/>
            <a:ext cx="8083296" cy="76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4500" dirty="0"/>
              <a:t>Thank You!!!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07EBCB-9BDB-5115-4B51-FEDFA4FC9F38}"/>
              </a:ext>
            </a:extLst>
          </p:cNvPr>
          <p:cNvSpPr/>
          <p:nvPr/>
        </p:nvSpPr>
        <p:spPr>
          <a:xfrm>
            <a:off x="609600" y="2377440"/>
            <a:ext cx="7924800" cy="70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A7BE45-9CE2-A921-01A3-A9E747764ADA}"/>
              </a:ext>
            </a:extLst>
          </p:cNvPr>
          <p:cNvSpPr/>
          <p:nvPr/>
        </p:nvSpPr>
        <p:spPr>
          <a:xfrm>
            <a:off x="609600" y="3078482"/>
            <a:ext cx="79248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24EF6-83AB-B029-6549-54C6640C9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7" y="4409115"/>
            <a:ext cx="1139483" cy="71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5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1397</Words>
  <Application>Microsoft Office PowerPoint</Application>
  <PresentationFormat>On-screen Show (16:9)</PresentationFormat>
  <Paragraphs>83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bhargav koya</cp:lastModifiedBy>
  <cp:revision>1</cp:revision>
  <dcterms:created xsi:type="dcterms:W3CDTF">2025-12-01T11:42:29Z</dcterms:created>
  <dcterms:modified xsi:type="dcterms:W3CDTF">2025-12-01T12:42:14Z</dcterms:modified>
</cp:coreProperties>
</file>